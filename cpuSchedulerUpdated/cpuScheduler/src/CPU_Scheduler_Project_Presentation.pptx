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B64D2D-936D-EA8B-BA0F-D90BBE58B06C}" v="266" dt="2025-12-11T04:47:29.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EmrysSniper/Operating_Systems_Project/blob/main/cpuSchedulerUpdated/cpuScheduler/src/main.cp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CPU Scheduling Simulator</a:t>
            </a:r>
            <a:endParaRPr lang="en-US" b="1" dirty="0">
              <a:ea typeface="Calibri"/>
              <a:cs typeface="Calibri"/>
            </a:endParaRPr>
          </a:p>
        </p:txBody>
      </p:sp>
      <p:sp>
        <p:nvSpPr>
          <p:cNvPr id="3" name="Content Placeholder 2"/>
          <p:cNvSpPr>
            <a:spLocks noGrp="1"/>
          </p:cNvSpPr>
          <p:nvPr>
            <p:ph idx="1"/>
          </p:nvPr>
        </p:nvSpPr>
        <p:spPr>
          <a:xfrm>
            <a:off x="457200" y="1850721"/>
            <a:ext cx="8229600" cy="4525963"/>
          </a:xfrm>
        </p:spPr>
        <p:txBody>
          <a:bodyPr vert="horz" lIns="91440" tIns="45720" rIns="91440" bIns="45720" rtlCol="0" anchor="t">
            <a:normAutofit/>
          </a:bodyPr>
          <a:lstStyle/>
          <a:p>
            <a:pPr algn="ctr"/>
            <a:r>
              <a:rPr b="1" dirty="0"/>
              <a:t>Operating Systems Project</a:t>
            </a:r>
            <a:endParaRPr lang="en-US" b="1" dirty="0">
              <a:ea typeface="Calibri"/>
              <a:cs typeface="Calibri"/>
            </a:endParaRPr>
          </a:p>
          <a:p>
            <a:r>
              <a:rPr lang="en-US" dirty="0"/>
              <a:t>By: Emmanuel Olayemi &amp; Cyril </a:t>
            </a:r>
            <a:r>
              <a:rPr lang="en-US" err="1"/>
              <a:t>Ekokwe</a:t>
            </a:r>
            <a:endParaRPr lang="en-US" b="1">
              <a:solidFill>
                <a:srgbClr val="0F6CBD"/>
              </a:solidFill>
              <a:ea typeface="Calibri"/>
              <a:cs typeface="Calibri"/>
            </a:endParaRPr>
          </a:p>
          <a:p>
            <a:r>
              <a:rPr lang="en-US" dirty="0">
                <a:ea typeface="Calibri"/>
                <a:cs typeface="Calibri"/>
              </a:rPr>
              <a:t>COSC: 414</a:t>
            </a:r>
          </a:p>
          <a:p>
            <a:r>
              <a:rPr lang="en-US" dirty="0">
                <a:ea typeface="Calibri"/>
                <a:cs typeface="Calibri"/>
              </a:rPr>
              <a:t>Prof. Nyandoro</a:t>
            </a:r>
            <a:endParaRPr dirty="0" err="1">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Introduction</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a:bodyPr>
          <a:lstStyle/>
          <a:p>
            <a:r>
              <a:rPr dirty="0"/>
              <a:t>What</a:t>
            </a:r>
            <a:r>
              <a:rPr lang="en-US" dirty="0"/>
              <a:t> a CPU</a:t>
            </a:r>
            <a:r>
              <a:rPr dirty="0"/>
              <a:t> scheduling</a:t>
            </a:r>
            <a:r>
              <a:rPr lang="en-US" dirty="0"/>
              <a:t> is</a:t>
            </a:r>
            <a:endParaRPr lang="en-US" dirty="0">
              <a:ea typeface="Calibri"/>
              <a:cs typeface="Calibri"/>
            </a:endParaRPr>
          </a:p>
          <a:p>
            <a:r>
              <a:rPr dirty="0"/>
              <a:t>Importance in operating systems</a:t>
            </a:r>
            <a:endParaRPr dirty="0">
              <a:ea typeface="Calibri"/>
              <a:cs typeface="Calibri"/>
            </a:endParaRPr>
          </a:p>
          <a:p>
            <a:r>
              <a:rPr dirty="0"/>
              <a:t>Purpose of this project</a:t>
            </a:r>
            <a:endParaRPr dirty="0">
              <a:ea typeface="Calibri"/>
              <a:cs typeface="Calibri"/>
            </a:endParaRPr>
          </a:p>
          <a:p>
            <a:r>
              <a:rPr dirty="0"/>
              <a:t>What the simulator demonstrates</a:t>
            </a:r>
            <a:endParaRPr dirty="0">
              <a:ea typeface="Calibri"/>
              <a:cs typeface="Calibri"/>
            </a:endParaRPr>
          </a:p>
          <a:p>
            <a:r>
              <a:rPr lang="en-US" dirty="0">
                <a:ea typeface="Calibri"/>
                <a:cs typeface="Calibri"/>
              </a:rPr>
              <a:t>GitHub: </a:t>
            </a:r>
            <a:r>
              <a:rPr lang="en-US" dirty="0" err="1">
                <a:ea typeface="Calibri"/>
                <a:cs typeface="Calibri"/>
              </a:rPr>
              <a:t>EmrysSniper</a:t>
            </a:r>
            <a:r>
              <a:rPr lang="en-US" dirty="0">
                <a:ea typeface="Calibri"/>
                <a:cs typeface="Calibri"/>
              </a:rPr>
              <a:t>/</a:t>
            </a:r>
            <a:r>
              <a:rPr lang="en-US" dirty="0" err="1">
                <a:ea typeface="Calibri"/>
                <a:cs typeface="Calibri"/>
              </a:rPr>
              <a:t>Operating_Systems_Project</a:t>
            </a:r>
            <a:endParaRPr lang="en-US">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Project Objectives</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a:bodyPr>
          <a:lstStyle/>
          <a:p>
            <a:r>
              <a:rPr dirty="0"/>
              <a:t>Implement multiple CPU scheduling algorithms</a:t>
            </a:r>
          </a:p>
          <a:p>
            <a:r>
              <a:rPr dirty="0"/>
              <a:t>Compare algorithm performance</a:t>
            </a:r>
            <a:endParaRPr dirty="0">
              <a:ea typeface="Calibri"/>
              <a:cs typeface="Calibri"/>
            </a:endParaRPr>
          </a:p>
          <a:p>
            <a:r>
              <a:rPr dirty="0"/>
              <a:t>Calculate metrics (waiting, turnaround time)</a:t>
            </a:r>
            <a:endParaRPr dirty="0">
              <a:ea typeface="Calibri"/>
              <a:cs typeface="Calibri"/>
            </a:endParaRPr>
          </a:p>
          <a:p>
            <a:r>
              <a:rPr dirty="0"/>
              <a:t>Display execution order &amp; results</a:t>
            </a:r>
            <a:endParaRPr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Implemented Algorithms</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lnSpcReduction="10000"/>
          </a:bodyPr>
          <a:lstStyle/>
          <a:p>
            <a:r>
              <a:rPr dirty="0"/>
              <a:t>FCFS</a:t>
            </a:r>
          </a:p>
          <a:p>
            <a:r>
              <a:rPr dirty="0"/>
              <a:t>SJF</a:t>
            </a:r>
            <a:endParaRPr dirty="0">
              <a:ea typeface="Calibri"/>
              <a:cs typeface="Calibri"/>
            </a:endParaRPr>
          </a:p>
          <a:p>
            <a:r>
              <a:rPr dirty="0"/>
              <a:t>Priority Scheduling</a:t>
            </a:r>
            <a:endParaRPr>
              <a:ea typeface="Calibri"/>
              <a:cs typeface="Calibri"/>
            </a:endParaRPr>
          </a:p>
          <a:p>
            <a:r>
              <a:rPr lang="en-US" dirty="0">
                <a:ea typeface="+mn-lt"/>
                <a:cs typeface="+mn-lt"/>
              </a:rPr>
              <a:t>Non-Preemptive Priority Scheduling</a:t>
            </a:r>
            <a:endParaRPr lang="en-US" dirty="0">
              <a:ea typeface="Calibri"/>
              <a:cs typeface="Calibri"/>
            </a:endParaRPr>
          </a:p>
          <a:p>
            <a:r>
              <a:rPr lang="en-US" dirty="0">
                <a:ea typeface="+mn-lt"/>
                <a:cs typeface="+mn-lt"/>
              </a:rPr>
              <a:t>Multilevel Queue Scheduling</a:t>
            </a:r>
            <a:endParaRPr lang="en-US" dirty="0">
              <a:ea typeface="Calibri"/>
              <a:cs typeface="Calibri"/>
            </a:endParaRPr>
          </a:p>
          <a:p>
            <a:r>
              <a:rPr lang="en-US" dirty="0">
                <a:ea typeface="+mn-lt"/>
                <a:cs typeface="+mn-lt"/>
              </a:rPr>
              <a:t>Multilevel Feedback Queue (MLFQ)</a:t>
            </a:r>
            <a:endParaRPr lang="en-US" dirty="0">
              <a:ea typeface="Calibri"/>
              <a:cs typeface="Calibri"/>
            </a:endParaRPr>
          </a:p>
          <a:p>
            <a:r>
              <a:rPr dirty="0"/>
              <a:t>Round Robin</a:t>
            </a:r>
            <a:endParaRPr dirty="0">
              <a:ea typeface="Calibri"/>
              <a:cs typeface="Calibri"/>
            </a:endParaRPr>
          </a:p>
          <a:p>
            <a:r>
              <a:rPr dirty="0"/>
              <a:t> (Optional) SRTF</a:t>
            </a:r>
            <a:endParaRPr dirty="0">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System Design / Architecture</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a:bodyPr>
          <a:lstStyle/>
          <a:p>
            <a:r>
              <a:rPr dirty="0"/>
              <a:t>Process structure</a:t>
            </a:r>
          </a:p>
          <a:p>
            <a:r>
              <a:rPr dirty="0"/>
              <a:t>Scheduler modules</a:t>
            </a:r>
            <a:endParaRPr dirty="0">
              <a:ea typeface="Calibri"/>
              <a:cs typeface="Calibri"/>
            </a:endParaRPr>
          </a:p>
          <a:p>
            <a:r>
              <a:rPr dirty="0"/>
              <a:t>Metric calculator</a:t>
            </a:r>
            <a:endParaRPr dirty="0">
              <a:ea typeface="Calibri"/>
              <a:cs typeface="Calibri"/>
            </a:endParaRPr>
          </a:p>
          <a:p>
            <a:r>
              <a:rPr dirty="0"/>
              <a:t>Input handling</a:t>
            </a:r>
            <a:endParaRPr dirty="0">
              <a:ea typeface="Calibri"/>
              <a:cs typeface="Calibri"/>
            </a:endParaRPr>
          </a:p>
          <a:p>
            <a:r>
              <a:rPr dirty="0"/>
              <a:t>Output generator</a:t>
            </a:r>
          </a:p>
          <a:p>
            <a:r>
              <a:rPr lang="en-US" dirty="0">
                <a:ea typeface="+mn-lt"/>
                <a:cs typeface="+mn-lt"/>
              </a:rPr>
              <a:t>Ready queues implemented using priority structures for fast process selection.</a:t>
            </a:r>
          </a:p>
          <a:p>
            <a:endParaRPr lang="en-US" dirty="0">
              <a:ea typeface="Calibri"/>
              <a:cs typeface="Calibri"/>
            </a:endParaRPr>
          </a:p>
          <a:p>
            <a:endParaRPr lang="en-US" dirty="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Program Workflow</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dirty="0"/>
              <a:t>1. User enters processes</a:t>
            </a:r>
            <a:endParaRPr lang="en-US" dirty="0"/>
          </a:p>
          <a:p>
            <a:pPr marL="0" indent="0">
              <a:buNone/>
            </a:pPr>
            <a:r>
              <a:rPr dirty="0"/>
              <a:t>2. Algorithm selected</a:t>
            </a:r>
            <a:endParaRPr dirty="0">
              <a:ea typeface="Calibri"/>
              <a:cs typeface="Calibri"/>
            </a:endParaRPr>
          </a:p>
          <a:p>
            <a:pPr marL="0" indent="0">
              <a:buNone/>
            </a:pPr>
            <a:r>
              <a:rPr dirty="0"/>
              <a:t>3. Scheduler runs</a:t>
            </a:r>
            <a:endParaRPr dirty="0">
              <a:ea typeface="Calibri"/>
              <a:cs typeface="Calibri"/>
            </a:endParaRPr>
          </a:p>
          <a:p>
            <a:pPr marL="0" indent="0">
              <a:buNone/>
            </a:pPr>
            <a:r>
              <a:rPr dirty="0"/>
              <a:t>4. Metrics calculated</a:t>
            </a:r>
            <a:endParaRPr>
              <a:ea typeface="Calibri"/>
              <a:cs typeface="Calibri"/>
            </a:endParaRPr>
          </a:p>
          <a:p>
            <a:pPr marL="0" indent="0">
              <a:buNone/>
            </a:pPr>
            <a:r>
              <a:rPr dirty="0"/>
              <a:t>5. Results displayed</a:t>
            </a:r>
            <a:endParaRPr dirty="0">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Example Execution</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a:bodyPr>
          <a:lstStyle/>
          <a:p>
            <a:r>
              <a:rPr dirty="0"/>
              <a:t>Input example</a:t>
            </a:r>
            <a:endParaRPr lang="en-US" dirty="0">
              <a:ea typeface="Calibri"/>
              <a:cs typeface="Calibri"/>
            </a:endParaRPr>
          </a:p>
          <a:p>
            <a:r>
              <a:rPr dirty="0"/>
              <a:t>Output (Gantt chart style)</a:t>
            </a:r>
            <a:endParaRPr dirty="0">
              <a:ea typeface="Calibri"/>
              <a:cs typeface="Calibri"/>
            </a:endParaRPr>
          </a:p>
          <a:p>
            <a:r>
              <a:rPr dirty="0"/>
              <a:t>Waiting &amp; turnaround times</a:t>
            </a:r>
            <a:endParaRPr dirty="0">
              <a:ea typeface="Calibri"/>
              <a:cs typeface="Calibri"/>
            </a:endParaRPr>
          </a:p>
          <a:p>
            <a:r>
              <a:rPr lang="en-US" dirty="0">
                <a:ea typeface="+mn-lt"/>
                <a:cs typeface="+mn-lt"/>
              </a:rPr>
              <a:t>The CPU executes each process, showing live updates of the current process, queue status, and remaining burst times.</a:t>
            </a:r>
            <a:endParaRPr lang="en-US" dirty="0">
              <a:ea typeface="Calibri"/>
              <a:cs typeface="Calibri"/>
            </a:endParaRPr>
          </a:p>
          <a:p>
            <a:r>
              <a:rPr lang="en-US" dirty="0">
                <a:ea typeface="+mn-lt"/>
                <a:cs typeface="+mn-lt"/>
              </a:rPr>
              <a:t>User inputs a list of processes with arrival times, burst times, and priorities.</a:t>
            </a:r>
            <a:endParaRPr lang="en-US" dirty="0">
              <a:ea typeface="Calibri"/>
              <a:cs typeface="Calibri"/>
            </a:endParaRPr>
          </a:p>
          <a:p>
            <a:endParaRPr lang="en-US" dirty="0">
              <a:ea typeface="Calibri"/>
              <a:cs typeface="Calibri"/>
            </a:endParaRPr>
          </a:p>
          <a:p>
            <a:endParaRPr lang="en-US" dirty="0">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Algorithm Comparison</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lnSpcReduction="10000"/>
          </a:bodyPr>
          <a:lstStyle/>
          <a:p>
            <a:r>
              <a:rPr dirty="0"/>
              <a:t>Performance differences</a:t>
            </a:r>
            <a:endParaRPr lang="en-US" dirty="0">
              <a:ea typeface="Calibri"/>
              <a:cs typeface="Calibri"/>
            </a:endParaRPr>
          </a:p>
          <a:p>
            <a:r>
              <a:rPr dirty="0"/>
              <a:t>Fairness and efficiency</a:t>
            </a:r>
            <a:endParaRPr dirty="0">
              <a:ea typeface="Calibri"/>
              <a:cs typeface="Calibri"/>
            </a:endParaRPr>
          </a:p>
          <a:p>
            <a:r>
              <a:rPr dirty="0"/>
              <a:t>When each algorithm is ideal</a:t>
            </a:r>
            <a:endParaRPr dirty="0">
              <a:ea typeface="Calibri"/>
              <a:cs typeface="Calibri"/>
            </a:endParaRPr>
          </a:p>
          <a:p>
            <a:r>
              <a:rPr lang="en-US" b="1" dirty="0">
                <a:ea typeface="+mn-lt"/>
                <a:cs typeface="+mn-lt"/>
              </a:rPr>
              <a:t>Multilevel Feedback Queue:</a:t>
            </a:r>
            <a:r>
              <a:rPr lang="en-US" dirty="0">
                <a:ea typeface="+mn-lt"/>
                <a:cs typeface="+mn-lt"/>
              </a:rPr>
              <a:t> Most flexible; adapts to process behavior, reducing starvation and improving overall performance.</a:t>
            </a:r>
          </a:p>
          <a:p>
            <a:r>
              <a:rPr lang="en-US" b="1" dirty="0">
                <a:ea typeface="+mn-lt"/>
                <a:cs typeface="+mn-lt"/>
              </a:rPr>
              <a:t>Round Robin:</a:t>
            </a:r>
            <a:r>
              <a:rPr lang="en-US" dirty="0">
                <a:ea typeface="+mn-lt"/>
                <a:cs typeface="+mn-lt"/>
              </a:rPr>
              <a:t> Fair time-sharing; good responsiveness but higher context-switch overhead.</a:t>
            </a:r>
            <a:endParaRPr lang="en-US" dirty="0">
              <a:ea typeface="Calibri"/>
              <a:cs typeface="Calibri"/>
            </a:endParaRPr>
          </a:p>
          <a:p>
            <a:endParaRPr lang="en-US" dirty="0">
              <a:ea typeface="Calibri"/>
              <a:cs typeface="Calibri"/>
            </a:endParaRPr>
          </a:p>
          <a:p>
            <a:endParaRPr lang="en-US" dirty="0">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Challenges &amp; Solutions</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r>
              <a:rPr dirty="0"/>
              <a:t>Handling identical arrival times</a:t>
            </a:r>
            <a:endParaRPr lang="en-US" dirty="0">
              <a:ea typeface="Calibri"/>
              <a:cs typeface="Calibri"/>
            </a:endParaRPr>
          </a:p>
          <a:p>
            <a:r>
              <a:rPr dirty="0"/>
              <a:t>Implementing RR correctly</a:t>
            </a:r>
            <a:endParaRPr dirty="0">
              <a:ea typeface="Calibri"/>
              <a:cs typeface="Calibri"/>
            </a:endParaRPr>
          </a:p>
          <a:p>
            <a:r>
              <a:rPr dirty="0"/>
              <a:t>Debugging queue ordering issues</a:t>
            </a:r>
            <a:endParaRPr dirty="0">
              <a:ea typeface="Calibri"/>
              <a:cs typeface="Calibri"/>
            </a:endParaRPr>
          </a:p>
          <a:p>
            <a:r>
              <a:rPr lang="en-US" b="1" dirty="0">
                <a:ea typeface="+mn-lt"/>
                <a:cs typeface="+mn-lt"/>
              </a:rPr>
              <a:t>Team collaboration and version control conflicts:</a:t>
            </a:r>
            <a:br>
              <a:rPr lang="en-US" b="1" dirty="0">
                <a:ea typeface="+mn-lt"/>
                <a:cs typeface="+mn-lt"/>
              </a:rPr>
            </a:br>
            <a:r>
              <a:rPr lang="en-US" b="1" dirty="0">
                <a:ea typeface="+mn-lt"/>
                <a:cs typeface="+mn-lt"/>
              </a:rPr>
              <a:t> </a:t>
            </a:r>
            <a:r>
              <a:rPr lang="en-US" i="1" dirty="0">
                <a:ea typeface="+mn-lt"/>
                <a:cs typeface="+mn-lt"/>
              </a:rPr>
              <a:t>Solution:</a:t>
            </a:r>
            <a:r>
              <a:rPr lang="en-US" dirty="0">
                <a:ea typeface="+mn-lt"/>
                <a:cs typeface="+mn-lt"/>
              </a:rPr>
              <a:t> Adopted feature-branch workflow, frequent commits, and pull request reviews to resolve issues early.</a:t>
            </a:r>
          </a:p>
          <a:p>
            <a:r>
              <a:rPr lang="en-US" b="1" dirty="0">
                <a:ea typeface="+mn-lt"/>
                <a:cs typeface="+mn-lt"/>
              </a:rPr>
              <a:t>Handling dynamic process arrival and real-time updates:</a:t>
            </a:r>
            <a:br>
              <a:rPr lang="en-US" b="1" dirty="0">
                <a:ea typeface="+mn-lt"/>
                <a:cs typeface="+mn-lt"/>
              </a:rPr>
            </a:br>
            <a:r>
              <a:rPr lang="en-US" b="1" dirty="0">
                <a:ea typeface="+mn-lt"/>
                <a:cs typeface="+mn-lt"/>
              </a:rPr>
              <a:t> </a:t>
            </a:r>
            <a:r>
              <a:rPr lang="en-US" i="1" dirty="0">
                <a:ea typeface="+mn-lt"/>
                <a:cs typeface="+mn-lt"/>
              </a:rPr>
              <a:t>Solution:</a:t>
            </a:r>
            <a:r>
              <a:rPr lang="en-US" dirty="0">
                <a:ea typeface="+mn-lt"/>
                <a:cs typeface="+mn-lt"/>
              </a:rPr>
              <a:t> Designed a flexible event-driven simulation model to manage arrivals, queue transitions, and CPU state changes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Key Learnings</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r>
              <a:rPr dirty="0"/>
              <a:t>Understanding OS schedulers</a:t>
            </a:r>
            <a:endParaRPr lang="en-US" dirty="0">
              <a:ea typeface="Calibri"/>
              <a:cs typeface="Calibri"/>
            </a:endParaRPr>
          </a:p>
          <a:p>
            <a:r>
              <a:rPr dirty="0"/>
              <a:t>Data structures &amp; algorithm design</a:t>
            </a:r>
            <a:endParaRPr dirty="0">
              <a:ea typeface="Calibri"/>
              <a:cs typeface="Calibri"/>
            </a:endParaRPr>
          </a:p>
          <a:p>
            <a:r>
              <a:rPr dirty="0"/>
              <a:t>Systems-level debugging</a:t>
            </a:r>
            <a:endParaRPr dirty="0">
              <a:ea typeface="Calibri"/>
              <a:cs typeface="Calibri"/>
            </a:endParaRPr>
          </a:p>
          <a:p>
            <a:r>
              <a:rPr lang="en-US" dirty="0">
                <a:ea typeface="+mn-lt"/>
                <a:cs typeface="+mn-lt"/>
              </a:rPr>
              <a:t>Enhanced teamwork, communication, and collaborative development through coordinated Git workflows and shared problem-solving.</a:t>
            </a:r>
          </a:p>
          <a:p>
            <a:r>
              <a:rPr lang="en-US" dirty="0">
                <a:ea typeface="+mn-lt"/>
                <a:cs typeface="+mn-lt"/>
              </a:rPr>
              <a:t>Gained a deeper understanding of how different CPU scheduling algorithms impact fairness, response time, and overall system efficiency.</a:t>
            </a:r>
            <a:endParaRPr lang="en-US" dirty="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Future Improvements</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fontScale="92500" lnSpcReduction="20000"/>
          </a:bodyPr>
          <a:lstStyle/>
          <a:p>
            <a:r>
              <a:rPr dirty="0"/>
              <a:t>GUI visualization</a:t>
            </a:r>
            <a:endParaRPr lang="en-US" dirty="0">
              <a:ea typeface="Calibri"/>
              <a:cs typeface="Calibri"/>
            </a:endParaRPr>
          </a:p>
          <a:p>
            <a:r>
              <a:rPr dirty="0"/>
              <a:t>More algorithms</a:t>
            </a:r>
            <a:endParaRPr dirty="0">
              <a:ea typeface="Calibri"/>
              <a:cs typeface="Calibri"/>
            </a:endParaRPr>
          </a:p>
          <a:p>
            <a:r>
              <a:rPr dirty="0"/>
              <a:t>Real-time scheduling</a:t>
            </a:r>
            <a:endParaRPr dirty="0">
              <a:ea typeface="Calibri"/>
              <a:cs typeface="Calibri"/>
            </a:endParaRPr>
          </a:p>
          <a:p>
            <a:r>
              <a:rPr dirty="0"/>
              <a:t>Export results to files</a:t>
            </a:r>
          </a:p>
          <a:p>
            <a:r>
              <a:rPr lang="en-US" dirty="0">
                <a:ea typeface="+mn-lt"/>
                <a:cs typeface="+mn-lt"/>
              </a:rPr>
              <a:t>Add a graphical or web-based interface for better visualization and usability.</a:t>
            </a:r>
            <a:endParaRPr lang="en-US" dirty="0">
              <a:ea typeface="Calibri"/>
              <a:cs typeface="Calibri"/>
            </a:endParaRPr>
          </a:p>
          <a:p>
            <a:r>
              <a:rPr lang="en-US" dirty="0">
                <a:ea typeface="+mn-lt"/>
                <a:cs typeface="+mn-lt"/>
              </a:rPr>
              <a:t>Allow customizable workloads or input formats for broader testing scenarios.</a:t>
            </a:r>
            <a:endParaRPr lang="en-US" dirty="0">
              <a:ea typeface="Calibri"/>
              <a:cs typeface="Calibri"/>
            </a:endParaRPr>
          </a:p>
          <a:p>
            <a:r>
              <a:rPr lang="en-US" dirty="0">
                <a:ea typeface="+mn-lt"/>
                <a:cs typeface="+mn-lt"/>
              </a:rPr>
              <a:t>Enhance error handling and edge case management for robustness.</a:t>
            </a:r>
            <a:endParaRPr lang="en-US" dirty="0">
              <a:ea typeface="Calibri"/>
              <a:cs typeface="Calibri"/>
            </a:endParaRPr>
          </a:p>
          <a:p>
            <a:endParaRPr lang="en-US" dirty="0">
              <a:ea typeface="Calibri"/>
              <a:cs typeface="Calibri"/>
            </a:endParaRPr>
          </a:p>
          <a:p>
            <a:endParaRPr lang="en-US" dirty="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endParaRPr lang="en-US" b="1" dirty="0">
              <a:ea typeface="Calibri"/>
              <a:cs typeface="Calibri"/>
            </a:endParaRPr>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r>
              <a:rPr lang="en-US" dirty="0">
                <a:ea typeface="+mn-lt"/>
                <a:cs typeface="+mn-lt"/>
              </a:rPr>
              <a:t>In this project, our team successfully implemented and analyzed multiple CPU scheduling algorithms, demonstrating how each approach influences system performance, process fairness, and resource utilization. Understanding these scheduling techniques is essential because they form the foundation of efficient operating system design, ensuring smooth process execution and optimal CPU throughput. </a:t>
            </a:r>
          </a:p>
          <a:p>
            <a:r>
              <a:rPr lang="en-US" dirty="0">
                <a:ea typeface="+mn-lt"/>
                <a:cs typeface="+mn-lt"/>
              </a:rPr>
              <a:t>Overall, this project not only strengthened our technical skills in C++ and systems programming but also deepened our appreciation for how thoughtful scheduling decisions directly impact both performance and user experience.</a:t>
            </a:r>
            <a:endParaRPr lang="en-US" dirty="0">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Questions</a:t>
            </a:r>
          </a:p>
        </p:txBody>
      </p:sp>
      <p:sp>
        <p:nvSpPr>
          <p:cNvPr id="3" name="Content Placeholder 2"/>
          <p:cNvSpPr>
            <a:spLocks noGrp="1"/>
          </p:cNvSpPr>
          <p:nvPr>
            <p:ph idx="1"/>
          </p:nvPr>
        </p:nvSpPr>
        <p:spPr/>
        <p:txBody>
          <a:bodyPr vert="horz" lIns="91440" tIns="45720" rIns="91440" bIns="45720" rtlCol="0" anchor="t">
            <a:normAutofit/>
          </a:bodyPr>
          <a:lstStyle/>
          <a:p>
            <a:r>
              <a:rPr dirty="0"/>
              <a:t>Thank you!</a:t>
            </a:r>
            <a:endParaRPr lang="en-US" dirty="0">
              <a:ea typeface="Calibri"/>
              <a:cs typeface="Calibri"/>
            </a:endParaRPr>
          </a:p>
          <a:p>
            <a:r>
              <a:rPr dirty="0"/>
              <a:t>GitHub: </a:t>
            </a:r>
            <a:r>
              <a:rPr err="1"/>
              <a:t>EmrysSniper</a:t>
            </a:r>
            <a:r>
              <a:rPr dirty="0"/>
              <a:t>/</a:t>
            </a:r>
            <a:r>
              <a:rPr err="1"/>
              <a:t>Operating_Systems_Project</a:t>
            </a:r>
            <a:endParaRPr>
              <a:ea typeface="Calibri"/>
              <a:cs typeface="Calibri"/>
            </a:endParaRPr>
          </a:p>
          <a:p>
            <a:r>
              <a:rPr lang="en-US" dirty="0">
                <a:ea typeface="+mn-lt"/>
                <a:cs typeface="+mn-lt"/>
                <a:hlinkClick r:id="rId2"/>
              </a:rPr>
              <a:t>https://github.com/EmrysSniper/Operating_Systems_Project/blob/main/cpuSchedulerUpdated/cpuScheduler/src/main.cpp</a:t>
            </a:r>
          </a:p>
          <a:p>
            <a:endParaRPr lang="en-US" dirty="0">
              <a:ea typeface="+mn-lt"/>
              <a:cs typeface="+mn-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CPU Scheduling Simulator</vt:lpstr>
      <vt:lpstr>Introduction</vt:lpstr>
      <vt:lpstr>Project Objectives</vt:lpstr>
      <vt:lpstr>Implemented Algorithms</vt:lpstr>
      <vt:lpstr>System Design / Architecture</vt:lpstr>
      <vt:lpstr>Program Workflow</vt:lpstr>
      <vt:lpstr>Example Execution</vt:lpstr>
      <vt:lpstr>Algorithm Comparison</vt:lpstr>
      <vt:lpstr>Challenges &amp; Solutions</vt:lpstr>
      <vt:lpstr>Key Learnings</vt:lpstr>
      <vt:lpstr>Future Improvements</vt:lpstr>
      <vt:lpstr>Conclusion</vt:lpstr>
      <vt:lpstr>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134</cp:revision>
  <dcterms:created xsi:type="dcterms:W3CDTF">2013-01-27T09:14:16Z</dcterms:created>
  <dcterms:modified xsi:type="dcterms:W3CDTF">2025-12-11T17:53:09Z</dcterms:modified>
  <cp:category/>
</cp:coreProperties>
</file>